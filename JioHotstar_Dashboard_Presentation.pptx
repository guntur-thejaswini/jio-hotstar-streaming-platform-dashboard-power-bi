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07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0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19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798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724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952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66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684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923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83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973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4463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138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8536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541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1515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1699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862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58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JioHotstar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This presentation explains insights from the streaming platform dashboard including revenue, users, subscriptions, and engagement.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Revenue: ₹18.78L</a:t>
            </a:r>
          </a:p>
          <a:p>
            <a:r>
              <a:t>Total Users: 10,000</a:t>
            </a:r>
          </a:p>
          <a:p>
            <a:r>
              <a:t>Active Subscribers: 4,925</a:t>
            </a:r>
          </a:p>
          <a:p>
            <a:r>
              <a:t>Churn Rate: 50.75%</a:t>
            </a:r>
          </a:p>
          <a:p>
            <a:r>
              <a:t>Total Watch Time: 2M</a:t>
            </a:r>
          </a:p>
          <a:p>
            <a:r>
              <a:t>Avg Watch Time/User: 154.20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Revenue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fluctuates throughout the year.</a:t>
            </a:r>
          </a:p>
          <a:p>
            <a:r>
              <a:t>Peak observed in early months.</a:t>
            </a:r>
          </a:p>
          <a:p>
            <a:r>
              <a:t>Drop seen around September.</a:t>
            </a:r>
          </a:p>
          <a:p>
            <a:r>
              <a:t>Recovery towards year 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Subscription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Premium generates highest revenue.</a:t>
            </a:r>
          </a:p>
          <a:p>
            <a:r>
              <a:t>Super contributes moderate share.</a:t>
            </a:r>
          </a:p>
          <a:p>
            <a:r>
              <a:t>Mobile is lower.</a:t>
            </a:r>
          </a:p>
          <a:p>
            <a:r>
              <a:t>Free contributes negligible revenue.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City-wise Streaming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cities: Ahmedabad, Bengaluru, Hyderabad.</a:t>
            </a:r>
          </a:p>
          <a:p>
            <a:r>
              <a:t>Consistent usage across metro cities.</a:t>
            </a:r>
          </a:p>
          <a:p>
            <a:r>
              <a:t>Indicates strong urban engagement.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Subscription Status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Active users: ~50.75%</a:t>
            </a:r>
          </a:p>
          <a:p>
            <a:r>
              <a:t>Cancelled users: ~49.25%</a:t>
            </a:r>
          </a:p>
          <a:p>
            <a:r>
              <a:t>High churn indicates retention issues.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Content by Watch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Popular categories:</a:t>
            </a:r>
          </a:p>
          <a:p>
            <a:r>
              <a:t>Kids Fun</a:t>
            </a:r>
          </a:p>
          <a:p>
            <a:r>
              <a:t>IPL Highlights</a:t>
            </a:r>
          </a:p>
          <a:p>
            <a:r>
              <a:t>Web Series</a:t>
            </a:r>
          </a:p>
          <a:p>
            <a:r>
              <a:t>Drama Shows</a:t>
            </a:r>
          </a:p>
          <a:p>
            <a:r>
              <a:t>Live Sports</a:t>
            </a:r>
          </a:p>
          <a:p>
            <a:r>
              <a:t>Movies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Device Usage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Usage is evenly split across:</a:t>
            </a:r>
          </a:p>
          <a:p>
            <a:r>
              <a:t>Mobile</a:t>
            </a:r>
          </a:p>
          <a:p>
            <a:r>
              <a:t>Smart TV</a:t>
            </a:r>
          </a:p>
          <a:p>
            <a:r>
              <a:t>Laptop/Desktop</a:t>
            </a:r>
          </a:p>
          <a:p>
            <a:r>
              <a:t>Tablet</a:t>
            </a:r>
          </a:p>
          <a:p>
            <a:r>
              <a:t>No single dominant device.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performing category: Sports</a:t>
            </a:r>
          </a:p>
          <a:p>
            <a:r>
              <a:t>Followed by Web Series and TV Shows</a:t>
            </a:r>
          </a:p>
          <a:p>
            <a:r>
              <a:t>Movies and Kids content moderate.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 vs Watch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Higher engagement seen in mid-age users.</a:t>
            </a:r>
          </a:p>
          <a:p>
            <a:r>
              <a:t>Wide distribution of viewing habits.</a:t>
            </a:r>
          </a:p>
          <a:p>
            <a:r>
              <a:t>Indicates diverse audience base.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Platform shows strong engagement.</a:t>
            </a:r>
          </a:p>
          <a:p>
            <a:r>
              <a:t>Premium drives revenue.</a:t>
            </a:r>
          </a:p>
          <a:p>
            <a:r>
              <a:t>High churn needs attention.</a:t>
            </a:r>
          </a:p>
          <a:p>
            <a:r>
              <a:t>Focus on retention and content strategy.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1361</TotalTime>
  <Words>250</Words>
  <Application>Microsoft Office PowerPoint</Application>
  <PresentationFormat>On-screen Show (4:3)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Century Gothic</vt:lpstr>
      <vt:lpstr>Times New Roman</vt:lpstr>
      <vt:lpstr>Wingdings 3</vt:lpstr>
      <vt:lpstr>Ion Boardroom</vt:lpstr>
      <vt:lpstr>JioHotstar Dashboard Overview</vt:lpstr>
      <vt:lpstr>Key Metrics</vt:lpstr>
      <vt:lpstr>Monthly Revenue Trend</vt:lpstr>
      <vt:lpstr>Revenue by Subscription Type</vt:lpstr>
      <vt:lpstr>City-wise Streaming Activity</vt:lpstr>
      <vt:lpstr>Subscription Status Analysis</vt:lpstr>
      <vt:lpstr>Top Content by Watch Time</vt:lpstr>
      <vt:lpstr>Device Usage Distribution</vt:lpstr>
      <vt:lpstr>Category Performance</vt:lpstr>
      <vt:lpstr>Age vs Watch Time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Thejaswini Guntur</cp:lastModifiedBy>
  <cp:revision>2</cp:revision>
  <dcterms:created xsi:type="dcterms:W3CDTF">2013-01-27T09:14:16Z</dcterms:created>
  <dcterms:modified xsi:type="dcterms:W3CDTF">2026-04-23T11:06:13Z</dcterms:modified>
  <cp:category/>
</cp:coreProperties>
</file>